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592BD-B53C-5667-38B1-59F44E7F9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3DA3A7-7AAE-ED91-C8FB-B730D1F22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2996D7-7A72-F9C1-6177-D13DCFED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2F4D7-E269-6E8D-0A99-90325F26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B84A1-F652-2E76-1DAC-B4675288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BB3F5-5EF6-63C0-E954-1CF1CA70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B69FE-D59E-50D9-6593-71B1C0B5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304B7-5156-F00E-3F9C-6C8FBCBF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C3D4B-04F7-DAAA-6595-F429DBE2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8FC46-0190-4B97-4D5A-4F926BE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20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760B9-F5AC-76AB-FF41-651A687E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4E1B40-B6B3-899B-3DCB-4BC176742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9B20A-43D5-C23A-884E-9D93BAB6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8006C-10B2-0E81-2EEB-F5C3933C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F41C9C-A048-E919-096C-8907AFBA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21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D1AF2-BC14-3C7E-9491-00BD76EF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77E76B-908A-0736-DFF7-C86FB8259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AA1B63-2475-7EB8-D978-541461C0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C6AFF1-AE1E-E914-97BD-CF4E26ED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DEC058-F520-D38D-CD9A-FB0973E6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C32131-E6D8-F37A-DB5B-692B0B12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1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C948D-A69B-608D-3644-6E5610DF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399506-B66A-4E04-A3DB-79F435C0B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028BC7-9E55-A4EA-6A2E-ED900DDE0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F1F8BC-87C9-5C23-1194-1EC1B04C1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1CB60C-1829-AB09-B3B5-543223AFFE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3A4D79-6E63-9692-5694-BC3FCAB2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0747DE-E3E5-5DFB-E176-4459D413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D06D44-10ED-3E01-EB33-D36DCC18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7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E089E-6A00-1EEB-4B33-E14BCD87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2D62F4-4997-4AF5-5EBC-9868AC27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7CF8EF-9C65-0E78-6B08-13DC2888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5B4163-7C95-2841-F4A0-BCA9E652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91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BDA41C-4E7C-8D01-9D69-0199F842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45E232-5BF2-5291-A513-6084EF53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72A652-7F54-7894-FFAA-8E4845A5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10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7C10C-DF7C-2435-750F-6D875E14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493CC-EEBF-B2EC-8CC5-5BDDFAA1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F8BF04-3012-0D5C-9597-085377E2E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0851BF-F9A9-13D4-60E5-79309A65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511765-E021-BA41-1834-9E1D404A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6EB49-47A9-E96D-59A5-FFA3F2E8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5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849A8-4050-9C10-4C11-75B43D8E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4D6610-64BF-D740-9B67-674B507DA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F563E3-108C-E634-C798-CAEDCE292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2C2489-8FAC-0B4A-A57B-28303621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954620-1077-6E42-FBCB-8B8AFBE2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B47989-4284-E458-5D33-558C35FF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94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8A0E2-3638-EC47-C6DD-92D2A9ED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B14798-E5F0-7819-8396-545A4A9FF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86150-83DF-A81E-DA9C-E698DEB5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0C4F8-C474-E795-C488-15D7E927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EDE28-2AD8-38D9-A722-781DCDA3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29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A69A8F-AE12-34BB-22D6-208A2174F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BFF77F-AFAB-EE55-2AE6-F84FC77C6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32746-116E-33F2-05F7-787F1F2B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CAA7A-C249-6DFF-6754-B0235E3D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8A585-564F-7238-2849-36DE713C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1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58F17AB-8C26-95BD-2053-A1785476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3307A4-D044-AEBE-35BB-CA23F2BA8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42F6A-19DD-D7A5-5138-AA2B4A6F4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6BA47-949C-4058-B1D1-2147FB73A87E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42445-D79E-B61A-D32E-71F5056CB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95643-3CBB-4F6C-88AC-93C9E286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28A21-AFF9-4BF5-887D-50FD7E925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0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DBA3078-DC5B-7D2E-E7B5-582C6EB73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3" b="24117"/>
          <a:stretch/>
        </p:blipFill>
        <p:spPr>
          <a:xfrm>
            <a:off x="1031321" y="355941"/>
            <a:ext cx="9429750" cy="345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5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D065-35BE-E094-BF6D-ED0CBA71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99A878-0998-125C-795F-FAB0AC8A0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98"/>
          <a:stretch/>
        </p:blipFill>
        <p:spPr>
          <a:xfrm>
            <a:off x="1332029" y="846894"/>
            <a:ext cx="9429750" cy="51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6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mengze tian</dc:creator>
  <cp:lastModifiedBy>mengze tian</cp:lastModifiedBy>
  <cp:revision>2</cp:revision>
  <dcterms:created xsi:type="dcterms:W3CDTF">2025-01-07T19:31:12Z</dcterms:created>
  <dcterms:modified xsi:type="dcterms:W3CDTF">2025-01-07T20:22:22Z</dcterms:modified>
</cp:coreProperties>
</file>