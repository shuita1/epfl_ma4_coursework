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57109D-1AE1-2F1A-3598-7A50EFC700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625B303-DCC3-FC2D-4A29-57131D118E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4435C6-7AE9-A567-75E1-2EE99357B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F0CB0-5E28-4667-BC64-A8824FE1E102}" type="datetimeFigureOut">
              <a:rPr lang="zh-CN" altLang="en-US" smtClean="0"/>
              <a:t>2025/1/7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DBCCCC-F1BC-4681-E3C9-F0537D874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9FB8EB-7CEA-1FB7-0747-A01A30270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7CB57-3A9A-4B18-B9FB-7B26CA754F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5812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1AAFFE-7219-0424-87BF-961EEDA43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567E43-B893-E6DC-62CB-B9A5B207F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15F72E-3239-65B2-50C9-D7D7FE75C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F0CB0-5E28-4667-BC64-A8824FE1E102}" type="datetimeFigureOut">
              <a:rPr lang="zh-CN" altLang="en-US" smtClean="0"/>
              <a:t>2025/1/7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C3B767-DD83-750C-5A56-711E95CD3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F4D7C9-6C38-CCE3-E972-B09E68210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7CB57-3A9A-4B18-B9FB-7B26CA754F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3066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9950EB-970B-E544-2F0A-40F17E312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6F74CE-A025-0BA6-E62A-96A0FC3E24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D91F35-72EC-60EC-325D-E14D2AAD0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F0CB0-5E28-4667-BC64-A8824FE1E102}" type="datetimeFigureOut">
              <a:rPr lang="zh-CN" altLang="en-US" smtClean="0"/>
              <a:t>2025/1/7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325640-B84F-4006-ADAA-673D6C984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9E75F4-5281-F2CB-91DD-840576601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7CB57-3A9A-4B18-B9FB-7B26CA754F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2623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31B9D4-7E15-EFD2-09F8-9C0553060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542AFC-918A-9124-04F1-7649788DDC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D63378F-AE47-A50B-795A-509C9D6149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AC72DC-22D3-DD06-573A-E87B55ED4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F0CB0-5E28-4667-BC64-A8824FE1E102}" type="datetimeFigureOut">
              <a:rPr lang="zh-CN" altLang="en-US" smtClean="0"/>
              <a:t>2025/1/7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8F5767A-7E99-35ED-7445-6378BC674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4BEC19-C151-E1C5-0D70-9B73C4CAF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7CB57-3A9A-4B18-B9FB-7B26CA754F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6195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E5E214-DAFA-BD65-0B46-C9B34A376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15188F5-D2AC-5337-4B57-9FCCFC2234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FF25049-7B5D-434D-A87D-712644F61B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3D0205E-A794-9EE4-ACFB-1E56603018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05E9BAD-6C2F-7B81-D271-F66FA06D26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7672EC8-8538-8FEC-9775-5B0DEC617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F0CB0-5E28-4667-BC64-A8824FE1E102}" type="datetimeFigureOut">
              <a:rPr lang="zh-CN" altLang="en-US" smtClean="0"/>
              <a:t>2025/1/7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C38B842-C57B-308A-6326-B3B4CA09D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24A8F6-2BF5-3A4C-3A74-7149EF103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7CB57-3A9A-4B18-B9FB-7B26CA754F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3355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DCBE1E-ADAC-FAE7-DCF6-EB379701B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A5FDEDC-49B6-5A77-2170-93762150F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F0CB0-5E28-4667-BC64-A8824FE1E102}" type="datetimeFigureOut">
              <a:rPr lang="zh-CN" altLang="en-US" smtClean="0"/>
              <a:t>2025/1/7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3694E66-3F5F-F7C5-7B2B-48C54F65F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66BCD66-0A7E-4C85-FBD1-E189BCDD1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7CB57-3A9A-4B18-B9FB-7B26CA754F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2075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F902722-5244-A302-6C7B-4DAFC382B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F0CB0-5E28-4667-BC64-A8824FE1E102}" type="datetimeFigureOut">
              <a:rPr lang="zh-CN" altLang="en-US" smtClean="0"/>
              <a:t>2025/1/7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8A49C71-8412-5AD2-93CF-5F56207E7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A6F952-BE13-5E7D-E0BB-6C2007F40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7CB57-3A9A-4B18-B9FB-7B26CA754F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6182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6FB197-54CC-CA11-7A70-B98D1EC54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BF8E02-DD36-DB7E-9AD1-1D7C57EC9C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721064-41EA-A30D-D3EF-099CB7DFA2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5FB64D5-FF00-A31B-7414-F986CA330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F0CB0-5E28-4667-BC64-A8824FE1E102}" type="datetimeFigureOut">
              <a:rPr lang="zh-CN" altLang="en-US" smtClean="0"/>
              <a:t>2025/1/7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1D6AF77-2411-35C6-83C2-B763BFE9A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75EA216-AF57-EF37-D3BC-CD9E95EEE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7CB57-3A9A-4B18-B9FB-7B26CA754F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8760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649537-4A4C-DC30-4E3B-4A5BD0D3E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F2EA145-937C-948F-A542-2509CADD50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AAC7317-A8FB-98C1-FCE4-C20D772E1C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6FB47B8-2154-3840-A409-E1A405AA8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F0CB0-5E28-4667-BC64-A8824FE1E102}" type="datetimeFigureOut">
              <a:rPr lang="zh-CN" altLang="en-US" smtClean="0"/>
              <a:t>2025/1/7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2A24BA2-A02B-6D27-32FC-457E32374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66CD09D-70CD-4480-7B3A-87856C43A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7CB57-3A9A-4B18-B9FB-7B26CA754F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5319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A37BB2-8A5B-36F3-983E-0BA0420A9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B7B9732-18B4-7199-A764-55473D461C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E5C4E2-6DB7-2FEE-8E37-11F209A08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F0CB0-5E28-4667-BC64-A8824FE1E102}" type="datetimeFigureOut">
              <a:rPr lang="zh-CN" altLang="en-US" smtClean="0"/>
              <a:t>2025/1/7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331136-D625-3DAE-559B-9651F37E0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39110A-4D6A-1C32-2E34-7FBDDD8DA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7CB57-3A9A-4B18-B9FB-7B26CA754F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0530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347398F-90E1-66AF-DB4E-0958BE5515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2E00152-1FC3-CB2E-A11F-2011D0CD8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73466C-BB8B-CC53-09D5-BA6885536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F0CB0-5E28-4667-BC64-A8824FE1E102}" type="datetimeFigureOut">
              <a:rPr lang="zh-CN" altLang="en-US" smtClean="0"/>
              <a:t>2025/1/7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D64982-66A2-A486-5D87-4DEBEE40E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FB2E09-BE4B-25F2-BE66-43A67E5F3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7CB57-3A9A-4B18-B9FB-7B26CA754F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6594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7774F95-B8ED-CB9E-2910-6A8314FE9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E5BDAB8-D21F-9CD4-2B72-F47BB94CE3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79431F-144F-5F62-1AEB-FBB7BA23B1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CF0CB0-5E28-4667-BC64-A8824FE1E102}" type="datetimeFigureOut">
              <a:rPr lang="zh-CN" altLang="en-US" smtClean="0"/>
              <a:t>2025/1/7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7CD808-6BD6-6783-CADF-038729237A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44F3E8-32CD-CC2D-95FC-90998DF8DD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27CB57-3A9A-4B18-B9FB-7B26CA754F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6536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2A6DE1CF-ABC1-89EE-550C-9ECCE63638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2274" y="1614007"/>
            <a:ext cx="4145740" cy="310930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B58E91C-FA01-4E1D-8E04-8C18FF0136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485" y="1614007"/>
            <a:ext cx="3935039" cy="2951279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AF23B55C-7F8C-79F8-5C87-3477EB68D7AB}"/>
              </a:ext>
            </a:extLst>
          </p:cNvPr>
          <p:cNvSpPr txBox="1"/>
          <p:nvPr/>
        </p:nvSpPr>
        <p:spPr>
          <a:xfrm>
            <a:off x="2129508" y="1945400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>
                <a:latin typeface="myriad"/>
              </a:rPr>
              <a:t>A</a:t>
            </a:r>
            <a:endParaRPr lang="zh-CN" altLang="en-US" b="1">
              <a:latin typeface="myriad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CCD873C-A605-B4DA-D821-04F3C91C6CA8}"/>
              </a:ext>
            </a:extLst>
          </p:cNvPr>
          <p:cNvSpPr txBox="1"/>
          <p:nvPr/>
        </p:nvSpPr>
        <p:spPr>
          <a:xfrm>
            <a:off x="6007014" y="1945400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>
                <a:latin typeface="myriad"/>
              </a:rPr>
              <a:t>B</a:t>
            </a:r>
            <a:endParaRPr lang="zh-CN" altLang="en-US" b="1">
              <a:latin typeface="myriad"/>
            </a:endParaRPr>
          </a:p>
        </p:txBody>
      </p:sp>
    </p:spTree>
    <p:extLst>
      <p:ext uri="{BB962C8B-B14F-4D97-AF65-F5344CB8AC3E}">
        <p14:creationId xmlns:p14="http://schemas.microsoft.com/office/powerpoint/2010/main" val="31294617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BD0A1-2AED-AF22-5C92-611522A96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928457E-4F1A-F3FD-984D-12D2C4E94E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772"/>
          <a:stretch/>
        </p:blipFill>
        <p:spPr>
          <a:xfrm>
            <a:off x="1808345" y="742565"/>
            <a:ext cx="8256189" cy="5090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34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A02A7-2B27-78DD-15BC-8D1DF664D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9BDEC68-9C1B-F12C-57EC-3A311ADF09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145"/>
          <a:stretch/>
        </p:blipFill>
        <p:spPr>
          <a:xfrm>
            <a:off x="1967905" y="687334"/>
            <a:ext cx="8256189" cy="513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5711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</Words>
  <Application>Microsoft Office PowerPoint</Application>
  <PresentationFormat>宽屏</PresentationFormat>
  <Paragraphs>2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myriad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mengze tian</dc:creator>
  <cp:lastModifiedBy>mengze tian</cp:lastModifiedBy>
  <cp:revision>3</cp:revision>
  <dcterms:created xsi:type="dcterms:W3CDTF">2025-01-06T18:40:53Z</dcterms:created>
  <dcterms:modified xsi:type="dcterms:W3CDTF">2025-01-06T18:49:53Z</dcterms:modified>
</cp:coreProperties>
</file>